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65836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Task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CFBF1"/>
                </a:solidFill>
              </a:defRPr>
            </a:pPr>
            <a:r>
              <a:t>Microservices Architecture with .NET 10 &amp; React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00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E8E6"/>
                </a:solidFill>
              </a:defRPr>
            </a:pPr>
            <a:r>
              <a:t>API Gateway  •  JWT Auth  •  Kanban  • 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502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CFBF1"/>
                </a:solidFill>
              </a:defRPr>
            </a:pPr>
            <a:r>
              <a:t>PROJECT TEAM</a:t>
            </a:r>
          </a:p>
        </p:txBody>
      </p:sp>
      <p:pic>
        <p:nvPicPr>
          <p:cNvPr id="8" name="Picture 7" descr="den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960120"/>
            <a:ext cx="1234440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37959" y="23042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Denish Murawala</a:t>
            </a:r>
          </a:p>
        </p:txBody>
      </p:sp>
      <p:pic>
        <p:nvPicPr>
          <p:cNvPr id="10" name="Picture 9" descr="avin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960120"/>
            <a:ext cx="1234440" cy="1234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03920" y="23042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Avinash Kanaujia</a:t>
            </a:r>
          </a:p>
        </p:txBody>
      </p:sp>
      <p:pic>
        <p:nvPicPr>
          <p:cNvPr id="12" name="Picture 11" descr="anusht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59" y="960120"/>
            <a:ext cx="1234440" cy="1234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69880" y="23042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Anushtup Ganguly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051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What we built and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3520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52044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2A44"/>
                </a:solidFill>
              </a:defRPr>
            </a:pPr>
            <a:r>
              <a:t>Collaboration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Projects, sprints, tasks, comments &amp; files in one 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83080"/>
            <a:ext cx="3520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783080"/>
            <a:ext cx="352044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2A44"/>
                </a:solidFill>
              </a:defRPr>
            </a:pPr>
            <a:r>
              <a:t>Microservices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8 focused .NET services behind an Ocelot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83080"/>
            <a:ext cx="3520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83080"/>
            <a:ext cx="352044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0F2A44"/>
                </a:solidFill>
              </a:defRPr>
            </a:pPr>
            <a:r>
              <a:t>Roles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Admin configures; users execute work on Kanban 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▸  End-to-end task board for software teams — similar spirit to Jira/Trello, scoped for learning.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▸  Runs fully on your machine: Docker (SQL Server, MongoDB, Redis) + React UI on port 5173.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▸  Demo dataset: Acme Digital — 3 products, active sprints, Kanban flow Todo → Done.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051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From scattered work to a governed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486400" cy="5943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23160"/>
            <a:ext cx="502920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Tasks live in chat &amp; spreadsheets — no single source of truth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502920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472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Sprints and ownership are unclear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51960"/>
            <a:ext cx="5029200" cy="777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Everyone can change structure — or no one can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691640"/>
            <a:ext cx="548640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423160"/>
            <a:ext cx="5029200" cy="7772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5328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One API gateway + JWT-secured microservices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337560"/>
            <a:ext cx="5029200" cy="7772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472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Projects, sprints, Kanban, 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251960"/>
            <a:ext cx="5029200" cy="7772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3616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Admin vs User roles; assignee gets project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051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Client → Gateway → Microservices → Databases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737360"/>
            <a:ext cx="2377440" cy="5486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React SPA</a:t>
            </a:r>
            <a:br/>
            <a:r>
              <a:t>localhost:5173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514600"/>
            <a:ext cx="2926080" cy="5943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Ocelot API Gateway</a:t>
            </a:r>
            <a:br/>
            <a:r>
              <a:t>localhost:5204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86000"/>
            <a:ext cx="0" cy="22860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" y="3337560"/>
            <a:ext cx="2606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Auth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971800" y="3108960"/>
            <a:ext cx="3108960" cy="22860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3337560"/>
            <a:ext cx="2606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Project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852160" y="3108960"/>
            <a:ext cx="228600" cy="22860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72200" y="3337560"/>
            <a:ext cx="2606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Task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108960"/>
            <a:ext cx="2651760" cy="22860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59" y="3337560"/>
            <a:ext cx="2606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Comment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108960"/>
            <a:ext cx="5532120" cy="22860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4160520"/>
            <a:ext cx="2606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File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971800" y="3108960"/>
            <a:ext cx="3108960" cy="105156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4160520"/>
            <a:ext cx="2606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Notification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852160" y="3108960"/>
            <a:ext cx="228600" cy="105156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72200" y="4160520"/>
            <a:ext cx="2606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Dashboard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3108960"/>
            <a:ext cx="2651760" cy="105156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2559" y="4160520"/>
            <a:ext cx="26060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AI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3108960"/>
            <a:ext cx="5532120" cy="1051560"/>
          </a:xfrm>
          <a:prstGeom prst="line">
            <a:avLst/>
          </a:prstGeom>
          <a:ln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474720" y="5074920"/>
            <a:ext cx="5212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2A44"/>
                </a:solidFill>
              </a:defRPr>
            </a:pPr>
            <a:r>
              <a:t>SQL Server  |  MongoDB (comments)  |  Redis (SignalR)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051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Technologies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React, Vite, Axios, SignalR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ASP.NET Core 10, Ocelot Gateway, JWT auth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Auth, Project, Task, Comment, File, Notification, Dashboard,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EF Core + SQL Server; MongoDB (comments); Redis (SignalR)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</a:defRPr>
                      </a:pPr>
                      <a:r>
                        <a:t>Docker Compose, GitHub Actions CI, xUnit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051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Each service owns one business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91440" cy="18745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Login, JWT, 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783080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783080"/>
            <a:ext cx="91440" cy="187451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Teams, projects, sprints,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783080"/>
            <a:ext cx="91440" cy="18745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Tasks, subtasks, Kanban, assign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783080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59" y="1783080"/>
            <a:ext cx="91440" cy="187451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Comment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25603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MongoDB + SignalR 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931920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931920"/>
            <a:ext cx="91440" cy="18745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9159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Per-task uploads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3931920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3931920"/>
            <a:ext cx="91440" cy="187451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160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Notify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709159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In-app alerts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931920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931920"/>
            <a:ext cx="91440" cy="187451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160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09159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Aggregated metrics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59" y="3931920"/>
            <a:ext cx="2697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59" y="3931920"/>
            <a:ext cx="91440" cy="187451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59" y="4160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59" y="4709159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Optional Gemini chat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051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Request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Example: user updates task status on Kanban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82880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78308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8470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2A44"/>
                </a:solidFill>
              </a:defRPr>
            </a:pPr>
            <a:r>
              <a:t>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1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Sends PATCH + JWT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2240280"/>
            <a:ext cx="0" cy="365760"/>
          </a:xfrm>
          <a:prstGeom prst="lin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02920" y="26974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43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265176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7157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2A44"/>
                </a:solidFill>
              </a:defRPr>
            </a:pPr>
            <a:r>
              <a:t>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432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Routes to Task service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8" y="3108960"/>
            <a:ext cx="0" cy="365760"/>
          </a:xfrm>
          <a:prstGeom prst="lin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02920" y="356616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11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352044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35844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2A44"/>
                </a:solidFill>
              </a:defRPr>
            </a:pPr>
            <a:r>
              <a:t>Task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11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Checks assignee / creator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" y="3977640"/>
            <a:ext cx="0" cy="365760"/>
          </a:xfrm>
          <a:prstGeom prst="lin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02920" y="443484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805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38912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4531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2A44"/>
                </a:solidFill>
              </a:defRPr>
            </a:pPr>
            <a:r>
              <a:t>Project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4805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Validates project access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4088" y="4846320"/>
            <a:ext cx="0" cy="365760"/>
          </a:xfrm>
          <a:prstGeom prst="line">
            <a:avLst/>
          </a:prstGeom>
          <a:ln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02920" y="530352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492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25780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3218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2A44"/>
                </a:solidFill>
              </a:defRPr>
            </a:pPr>
            <a:r>
              <a:t>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3492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Board refreshes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051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Roles &amp;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Admin: teams, projects, sprints, members, assign &amp; delete tasks.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User: Kanban, comments, files on permitted projects.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Access via team membership OR task assignment.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UI hides admin controls for non-admin JWT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2743200" cy="3474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Admin</a:t>
            </a:r>
          </a:p>
          <a:p>
            <a:pPr algn="ctr">
              <a:defRPr sz="1200">
                <a:solidFill>
                  <a:srgbClr val="CCFBF1"/>
                </a:solidFill>
              </a:defRPr>
            </a:pPr>
            <a:r>
              <a:t>Structure &amp; assignment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011680"/>
            <a:ext cx="2743200" cy="3474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User</a:t>
            </a:r>
          </a:p>
          <a:p>
            <a:pPr algn="ctr">
              <a:defRPr sz="1200">
                <a:solidFill>
                  <a:srgbClr val="CCFBF1"/>
                </a:solidFill>
              </a:defRPr>
            </a:pPr>
            <a:r>
              <a:t>Execution &amp; collaboration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051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Live 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Follow this order during the class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112471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1005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847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Admin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1488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admin@local.test — open Projects: Customer Mobile App, Web Portal,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11247120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834640"/>
            <a:ext cx="1005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80720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Kanban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1089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Move task: Todo → InProgress → Testing →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2471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794760"/>
            <a:ext cx="1005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5876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76732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Assign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069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Admin assigns task; assignee gains project access automatically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17720"/>
            <a:ext cx="11247120" cy="84124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754880"/>
            <a:ext cx="1005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81888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72744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User 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0292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user@local.test — task detail: subtasks, comments, files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77840"/>
            <a:ext cx="112471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5715000"/>
            <a:ext cx="1005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779007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68756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F2A44"/>
                </a:solidFill>
              </a:defRPr>
            </a:pPr>
            <a:r>
              <a:t>Wrap-up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9893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Dashboard, notifications, mention scripts/seed-presentation-demo.ps1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10515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748B"/>
                </a:solidFill>
              </a:defRPr>
            </a:pPr>
            <a:r>
              <a:t>How we keep the system reliable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E8E6"/>
                </a:solidFill>
              </a:defRPr>
            </a:pPr>
            <a:r>
              <a:t>Task Management System | .NET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651760" cy="12344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CFBF1"/>
                </a:solidFill>
              </a:defRPr>
            </a:pPr>
            <a:r>
              <a:t>130+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Automated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83080"/>
            <a:ext cx="2651760" cy="12344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CFBF1"/>
                </a:solidFill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Microservices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2651760" cy="12344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87451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CFBF1"/>
                </a:solidFill>
              </a:defRPr>
            </a:pPr>
            <a:r>
              <a:t>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GitHub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83080"/>
            <a:ext cx="2651760" cy="12344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7451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CFBF1"/>
                </a:solidFill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2316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Monorepo slnx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46120"/>
            <a:ext cx="111556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▸  xUnit tests across Auth, Task, Project, Gateway, and shared libraries.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▸  Pull requests run backend + frontend CI before merge.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▸  Docker Compose for local SQL/Mongo/Redis; scripts/start-local.ps1 for one-command startup.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▸  Docs: README, LOCAL_DEVELOPMENT.md, gateway at :5204 for all API calls.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FBF1"/>
                </a:solidFill>
              </a:defRPr>
            </a:pPr>
            <a:r>
              <a:t>We welcome your questions and feedback.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PROJECT TEAM</a:t>
            </a:r>
          </a:p>
        </p:txBody>
      </p:sp>
      <p:pic>
        <p:nvPicPr>
          <p:cNvPr id="6" name="Picture 5" descr="den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1234440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38587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Denish Murawala</a:t>
            </a:r>
          </a:p>
        </p:txBody>
      </p:sp>
      <p:pic>
        <p:nvPicPr>
          <p:cNvPr id="8" name="Picture 7" descr="avin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514600"/>
            <a:ext cx="1234440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38587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Avinash Kanaujia</a:t>
            </a:r>
          </a:p>
        </p:txBody>
      </p:sp>
      <p:pic>
        <p:nvPicPr>
          <p:cNvPr id="10" name="Picture 9" descr="anusht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514600"/>
            <a:ext cx="1234440" cy="1234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51959" y="38587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Anushtup Ganguly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Task Management System  •  .NET 10 Microservices  •  React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